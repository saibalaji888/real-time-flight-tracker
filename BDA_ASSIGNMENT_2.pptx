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2286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906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Flight Tracker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45720" cy="1371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Sai Balaji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 No: 160123737187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109728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D4AA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0000" dirty="0"/>
          </a:p>
        </p:txBody>
      </p:sp>
      <p:sp>
        <p:nvSpPr>
          <p:cNvPr id="16" name="Text 14"/>
          <p:cNvSpPr/>
          <p:nvPr/>
        </p:nvSpPr>
        <p:spPr>
          <a:xfrm>
            <a:off x="777240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Streaming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Flight Visualization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this Project?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flight tracking dashboard powered by Big Data streaming technologies.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76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Map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300+ global flights in real-time on a dark 3D Mapbox map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176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Streaming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26280" y="3429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pipelines high-velocity ADS-B flight state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20116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2176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5820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458200" y="3429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updates pushed from Node.js server to React frontend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2103120" cy="25603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210312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OpenSky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3017520"/>
            <a:ext cx="43891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88950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06040" y="1828800"/>
            <a:ext cx="2103120" cy="25603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1828800"/>
            <a:ext cx="210312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0604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Fetches &amp; Publishes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3017520"/>
            <a:ext cx="43891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88950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2103120" cy="25603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828800"/>
            <a:ext cx="21031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Broker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9168" y="3017520"/>
            <a:ext cx="43891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288950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1828800"/>
            <a:ext cx="2103120" cy="25603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828800"/>
            <a:ext cx="2103120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6948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+ 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90888" y="3017520"/>
            <a:ext cx="43891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0" y="288950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01200" y="1828800"/>
            <a:ext cx="2103120" cy="25603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1828800"/>
            <a:ext cx="210312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Dashboard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26280" y="466344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  Zookeeper  —  Manages Kafka broker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3611880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Spins up Kafka + Zookeeper in one command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1554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554480"/>
            <a:ext cx="361188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📨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93792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2377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High-throughput distributed message streaming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84464" y="1554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554480"/>
            <a:ext cx="3611880" cy="128016"/>
          </a:xfrm>
          <a:prstGeom prst="rect">
            <a:avLst/>
          </a:prstGeom>
          <a:solidFill>
            <a:srgbClr val="68A063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🟢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07424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KafkaJS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21624" y="2377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consumer &amp; Socket.IO WebSocket server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3611880" cy="128016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28016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+ Vite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4663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modern SPA with real-time state updates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70832" y="3840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3840480"/>
            <a:ext cx="3611880" cy="12801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193792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Mapbox GL JS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07992" y="4663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3D interactive map with custom markers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84464" y="384048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3840480"/>
            <a:ext cx="3611880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421624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107424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OpenSky Network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21624" y="4663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ADS-B aircraft state vector REST API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Pipeline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8288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producer calls OpenSky Network REST API every 15 seconds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50876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11112" y="18288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icao24, callsign, lat, lon, altitude, velocity, heading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4747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319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03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300 flight JSON messages sent to Kafka topic 'live-flights'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1112" y="34747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3319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60920" y="3703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KafkaJS consumer reads each message from the topic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51206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120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965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emits 'flight-update' events to all connected browsers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480060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1112" y="51206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5120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4965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updates Mapbox markers — planes rotate to true heading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373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099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1737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Flight Markers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219456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plane icons appear on the map as Kafka messages arrive, each rotating to match real heading (true_track)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150876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7373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099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52360" y="1737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Glassmorphism Popups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52360" y="219456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aircraft to reveal a frosted-glass popup showing callsign, altitude in metres, and velocity in km/h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148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87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Dashboard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457200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flight counter and connection status panel update instantly using React state driven by Socket.IO events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388620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41148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087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🌑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5236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Dark Map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52360" y="457200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Mapbox dark-v11 theme with 45° pitch and 3D building extrusions for a cinematic, professional look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029200" cy="5029200"/>
          </a:xfrm>
          <a:prstGeom prst="roundRect">
            <a:avLst>
              <a:gd name="adj" fmla="val 2182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File Tree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flight-tracker/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docker-compose.yml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producer/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producer.js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server/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index.js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client/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src/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├── App.jsx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└── index.css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111827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463040"/>
            <a:ext cx="6126480" cy="9144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62763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98424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Launches Kafka + Zookeeper via Docker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2670048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670048"/>
            <a:ext cx="61264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83464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producer/producer.js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19125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Polls OpenSky API, publishes to Kafka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3877056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3877056"/>
            <a:ext cx="612648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404164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server/index.js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39826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consumer + Socket.IO broadcaster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5084064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5084064"/>
            <a:ext cx="612648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524865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client/src/App.jsx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560527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Mapbox map, WebSocket listener, UI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 the Demo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496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80160" y="1508760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544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Kafka + Zookeeper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103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~20 sec for Kafka to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45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docker-compose up -d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80160" y="2770632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8163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WebSocket Backend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364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 for: 'WebSocket on port 4000'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907792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90779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server &amp;&amp; npm start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280160" y="4032504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40782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React Frontend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6268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http://localhost:5173 in browser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169664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16966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client &amp;&amp; npm run dev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2943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294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280160" y="5294376"/>
            <a:ext cx="10424160" cy="100584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53400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Data Producer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63040" y="58887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 Planes appear on map within 15 sec!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5431536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43153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producer &amp;&amp; node producer.js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built a production-grade Big Data streaming pipeline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delivers live global flight data from source to browser in under 15 seconds.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35204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3493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4360" y="4480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49834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decouples data ingestion from rendering — each layer scales independently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3375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35204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493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26280" y="4480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Push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9834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eliminates polling — the browser reacts instantly to every Kafka message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33375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35204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3493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58200" y="4480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BDA Concepts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58200" y="49834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Demonstrates Producer-Consumer, topic partitioning, and stream processing patterns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64922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Sai Balaji  |  160123737187  |  BDA Assignment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2026-05-04T17:14:35Z</dcterms:created>
  <dcterms:modified xsi:type="dcterms:W3CDTF">2026-05-04T17:14:35Z</dcterms:modified>
</cp:coreProperties>
</file>